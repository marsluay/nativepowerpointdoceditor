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914400" y="914400"/>
            <a:ext cx="10058400" cy="2286000"/>
          </a:xfrm>
          <a:prstGeom prst="rect">
            <a:avLst/>
          </a:prstGeom>
        </p:spPr>
        <p:txBody>
          <a:bodyPr/>
          <a:lstStyle/>
          <a:p>
            <a:r>
              <a:rPr lang="la" sz="2800"/>
              <a:t>Lorem ipsum dolor sit amet, consectetur adipiscing elit. Sed do eiusmod tempor incididunt ut labore et dolore magna aliqua.</a:t>
            </a:r>
            <a:endParaRPr lang="l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">
  <a:themeElements>
    <a:clrScheme name="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">
      <a:majorFont>
        <a:latin typeface="Arial"/>
      </a:majorFont>
      <a:minorFont>
        <a:latin typeface="Arial"/>
      </a:minorFont>
    </a:fontScheme>
    <a:fmtScheme name="">
      <a:fillStyleLst/>
      <a:lnStyleLst/>
      <a:effectStyleLst/>
      <a:bgFillStyleLst/>
    </a:fmtScheme>
  </a:themeElements>
</a:theme>
</file>