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34ae12f1fa4f1f" /><Relationship Type="http://schemas.openxmlformats.org/officeDocument/2006/relationships/extended-properties" Target="/docProps/app.xml" Id="Rebf946fcee9f47fd" /><Relationship Type="http://schemas.openxmlformats.org/officeDocument/2006/relationships/officeDocument" Target="/ppt/presentation.xml" Id="R12d73fd8ee9241eb" /></Relationships>
</file>

<file path=ppt/presentation.xml><?xml version="1.0" encoding="utf-8"?>
<p:presentation xmlns:p="http://schemas.openxmlformats.org/presentationml/2006/main">
  <p:sldMasterIdLst>
    <p:sldMasterId xmlns:r="http://schemas.openxmlformats.org/officeDocument/2006/relationships" id="2147483648" r:id="Rd2c16327d21b4570"/>
  </p:sldMasterIdLst>
  <p:notesMasterIdLst>
    <p:notesMasterId xmlns:r="http://schemas.openxmlformats.org/officeDocument/2006/relationships" r:id="Rd8e7929b33b6494f"/>
  </p:notesMasterIdLst>
  <p:sldIdLst>
    <p:sldId xmlns:r="http://schemas.openxmlformats.org/officeDocument/2006/relationships" id="256" r:id="Re9e9cf19c2ec4bf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5f074c0acf44fc" /><Relationship Type="http://schemas.openxmlformats.org/officeDocument/2006/relationships/slideMaster" Target="/ppt/slideMasters/slideMaster1.xml" Id="Rd2c16327d21b4570" /><Relationship Type="http://schemas.openxmlformats.org/officeDocument/2006/relationships/notesMaster" Target="/ppt/notesMasters/notesMaster1.xml" Id="Rd8e7929b33b6494f" /><Relationship Type="http://schemas.openxmlformats.org/officeDocument/2006/relationships/presProps" Target="/ppt/presProps.xml" Id="R2e78f8631c1d45b1" /><Relationship Type="http://schemas.openxmlformats.org/officeDocument/2006/relationships/tableStyles" Target="/ppt/tableStyles.xml" Id="R3071cc2a9f9d402b" /><Relationship Type="http://schemas.openxmlformats.org/officeDocument/2006/relationships/slide" Target="/ppt/slides/slide1.xml" Id="Re9e9cf19c2ec4b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1b38527434e45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42cbf07a744262" /><Relationship Type="http://schemas.openxmlformats.org/officeDocument/2006/relationships/notesMaster" Target="/ppt/notesMasters/notesMaster1.xml" Id="Read0aade18554c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e3f9f42dde46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a5a03c647f416b" /><Relationship Type="http://schemas.openxmlformats.org/officeDocument/2006/relationships/slideLayout" Target="/ppt/slideLayouts/slideLayout1.xml" Id="Rdd4a76cd040040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4a76cd040040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f552069d9e421a" /><Relationship Type="http://schemas.openxmlformats.org/officeDocument/2006/relationships/notesSlide" Target="/ppt/notesSlides/notesSlide1.xml" Id="R5a7ac7818a3e49c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lorem-ipsum">
            <a:extLst xmlns:a="http://schemas.openxmlformats.org/drawingml/2006/main">
              <a:ext uri="{FF2B5EF4-FFF2-40B4-BE49-F238E27FC236}">
                <a16:creationId xmlns:a16="http://schemas.microsoft.com/office/drawing/2014/main" id="{6C158BEA-EB26-4C58-8328-9A07E119DAF7}"/>
              </a:ext>
            </a:extLst>
          </p:cNvPr>
          <p:cNvSpPr>
            <a:spLocks xmlns:a="http://schemas.openxmlformats.org/drawingml/2006/main" noGrp="1"/>
          </p:cNvSpPr>
          <p:nvPr/>
        </p:nvSpPr>
        <p:spPr>
          <a:xfrm xmlns:a="http://schemas.openxmlformats.org/drawingml/2006/main">
            <a:off x="1219200" y="1219200"/>
            <a:ext cx="9753600" cy="441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a:solidFill>
                  <a:srgbClr val="111111"/>
                </a:solidFill>
              </a:defRPr>
            </a:pPr>
            <a:r>
              <a:rPr sz="2100">
                <a:solidFill>
                  <a:srgbClr val="11111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Tree>
    <p:extLst>
      <p:ext uri="{BB962C8B-B14F-4D97-AF65-F5344CB8AC3E}">
        <p14:creationId xmlns:p14="http://schemas.microsoft.com/office/powerpoint/2010/main" val="136323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2026-07-15T20:17:06.4880000Z</dcterms:created>
  <dcterms:modified xsi:type="dcterms:W3CDTF">2026-07-15T20:17:06.4880000Z</dcterms:modified>
</coreProperties>
</file>