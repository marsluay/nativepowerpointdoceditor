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charts/chart1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</p:presentation>
</file>

<file path=ppt/_rels/presentation.xml.rels><?xml version="1.0" encoding="UTF-8" standalone="yes"?>
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</file>

<file path=ppt/charts/_rels/chart1.xml.rels><?xml version="1.0" encoding="UTF-8" standalone="yes"?>

<Relationships xmlns="http://schemas.openxmlformats.org/package/2006/relationships">
  <Relationship Id="rId1" Type="http://schemas.openxmlformats.org/officeDocument/2006/relationships/package" Target="../embeddings/Microsoft_Excel_Worksheet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Samples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Sheet1!$A$2:$A$3</c:f>
              <c:strCache>
                <c:ptCount val="2"/>
                <c:pt idx="0">
                  <c:v>1g</c:v>
                </c:pt>
                <c:pt idx="1">
                  <c:v>2g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1.04</c:v>
                </c:pt>
                <c:pt idx="1">
                  <c:v>2.08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345678"/>
        <c:axId val="87654321"/>
      </c:barChart>
      <c:catAx>
        <c:axId val="1234567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87654321"/>
        <c:crosses val="autoZero"/>
        <c:auto val="1"/>
        <c:lblAlgn val="ctr"/>
        <c:lblOffset val="100"/>
        <c:noMultiLvlLbl val="0"/>
      </c:catAx>
      <c:valAx>
        <c:axId val="8765432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crossAx val="12345678"/>
        <c:crosses val="autoZero"/>
        <c:crossBetween val="between"/>
      </c:valAx>
    </c:plotArea>
    <c:legend>
      <c:legendPos val="r"/>
      <c:layout/>
    </c:legend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
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Ovr>
    <a:masterClrMapping/>
  </p:clrMapOvr>
</p:sldLayout>
</file>

<file path=ppt/slideMasters/_rels/slideMaster1.xml.rels><?xml version="1.0" encoding="UTF-8" standalone="yes"?>
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graphicFrame>
        <p:nvGraphicFramePr>
          <p:cNvPr id="2" name="Fixture Table"/>
          <p:cNvGraphicFramePr>
            <a:graphicFrameLocks noGrp="1"/>
          </p:cNvGraphicFramePr>
          <p:nvPr/>
        </p:nvGraphicFramePr>
        <p:xfrm>
          <a:off x="914400" y="914400"/>
          <a:ext cx="7315200" cy="1828800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</a:tblGrid>
              <a:tr h="609600">
                <a:tc>
                  <a:txBody>
                    <a:bodyPr/>
                    <a:lstStyle/>
                    <a:p>
                      <a:r>
                        <a:rPr lang="en-US" sz="1800"/>
                        <a:t>Samples</a:t>
                      </a:r>
                      <a:endParaRPr lang="en-US" sz="1800"/>
                    </a:p>
                  </a:txBody>
                  <a:tcPr>
                    <a:solidFill>
                      <a:srgbClr val="C5FE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Value</a:t>
                      </a:r>
                      <a:endParaRPr lang="en-US" sz="1800"/>
                    </a:p>
                  </a:txBody>
                  <a:tcPr>
                    <a:solidFill>
                      <a:srgbClr val="EAF7F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lang="en-US" sz="1800"/>
                        <a:t>1g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1.04</a:t>
                      </a:r>
                      <a:endParaRPr lang="en-US" sz="180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graphicFrame>
        <p:nvGraphicFramePr>
          <p:cNvPr id="2" name="Fixture Chart"/>
          <p:cNvGraphicFramePr>
            <a:graphicFrameLocks noGrp="1"/>
          </p:cNvGraphicFramePr>
          <p:nvPr/>
        </p:nvGraphicFramePr>
        <p:xfrm>
          <a:off x="914400" y="685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moke Fixtures">
  <a:themeElements>
    <a:clrScheme name="Smok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4472C4"/>
      </a:accent1>
      <a:accent2>
        <a:srgbClr val="ED7D31"/>
      </a:accent2>
      <a:accent3>
        <a:srgbClr val="70AD47"/>
      </a:accent3>
      <a:accent4>
        <a:srgbClr val="FFC000"/>
      </a:accent4>
      <a:accent5>
        <a:srgbClr val="5B9BD5"/>
      </a:accent5>
      <a:accent6>
        <a:srgbClr val="A5A5A5"/>
      </a:accent6>
      <a:hlink>
        <a:srgbClr val="0563C1"/>
      </a:hlink>
      <a:folHlink>
        <a:srgbClr val="954F72"/>
      </a:folHlink>
    </a:clrScheme>
    <a:fontScheme name="Smoke">
      <a:majorFont>
        <a:latin typeface="Arial"/>
      </a:majorFont>
      <a:minorFont>
        <a:latin typeface="Arial"/>
      </a:minorFont>
    </a:fontScheme>
    <a:fmtScheme name="Smoke">
      <a:fillStyleLst>
        <a:solidFill>
          <a:srgbClr val="FFFFFF"/>
        </a:solidFill>
      </a:fillStyleLst>
      <a:lnStyleLst>
        <a:ln w="9525">
          <a:solidFill>
            <a:srgbClr val="D9E2F3"/>
          </a:solidFill>
        </a:ln>
      </a:lnStyleLst>
      <a:effectStyleLst>
        <a:effectStyle>
          <a:effectLst/>
        </a:effectStyle>
      </a:effectStyleLst>
      <a:bgFillStyleLst>
        <a:solidFill>
          <a:srgbClr val="FFFFFF"/>
        </a:solidFill>
      </a:bgFillStyleLst>
    </a:fmtScheme>
  </a:themeElements>
  <a:objectDefaults/>
  <a:extraClrSchemeLst/>
</a:theme>
</file>