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slides/slide1.xml" ContentType="application/vnd.openxmlformats-officedocument.presentationml.slide+xml"/>
</Types>
</file>

<file path=_rels/.rels><?xml version="1.0" encoding="UTF-8" standalone="yes"?>
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charts/_rels/chart1.xml.rels><?xml version="1.0" encoding="UTF-8" standalone="yes"?>

<Relationships xmlns="http://schemas.openxmlformats.org/package/2006/relationships">
  <Relationship Id="rId1" Type="http://schemas.openxmlformats.org/officeDocument/2006/relationships/package" Target="file:///tmp/native-powerpoint-smoke-external.xlsx" TargetMode="Externa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1g</c:v>
                </c:pt>
                <c:pt idx="1">
                  <c:v>2g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1.04</c:v>
                </c:pt>
                <c:pt idx="1">
                  <c:v>2.08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45678"/>
        <c:axId val="87654321"/>
      </c:barChart>
      <c:catAx>
        <c:axId val="1234567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87654321"/>
        <c:crosses val="autoZero"/>
        <c:auto val="1"/>
        <c:lblAlgn val="ctr"/>
        <c:lblOffset val="100"/>
        <c:noMultiLvlLbl val="0"/>
      </c:catAx>
      <c:valAx>
        <c:axId val="8765432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345678"/>
        <c:crosses val="autoZero"/>
        <c:crossBetween val="between"/>
      </c:valAx>
    </c:plotArea>
    <c:legend>
      <c:legendPos val="r"/>
      <c:layout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
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Layout>
</file>

<file path=ppt/slideMasters/_rels/slideMaster1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graphicFrame>
        <p:nvGraphicFramePr>
          <p:cNvPr id="2" name="Fixture Chart"/>
          <p:cNvGraphicFramePr>
            <a:graphicFrameLocks noGrp="1"/>
          </p:cNvGraphicFramePr>
          <p:nvPr/>
        </p:nvGraphicFramePr>
        <p:xfrm>
          <a:off x="914400" y="685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oke Fixtures">
  <a:themeElements>
    <a:clrScheme name="Smok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Smoke">
      <a:majorFont>
        <a:latin typeface="Arial"/>
      </a:majorFont>
      <a:minorFont>
        <a:latin typeface="Arial"/>
      </a:minorFont>
    </a:fontScheme>
    <a:fmtScheme name="Smoke">
      <a:fillStyleLst>
        <a:solidFill>
          <a:srgbClr val="FFFFFF"/>
        </a:solidFill>
      </a:fillStyleLst>
      <a:lnStyleLst>
        <a:ln w="9525">
          <a:solidFill>
            <a:srgbClr val="D9E2F3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  <a:objectDefaults/>
  <a:extraClrSchemeLst/>
</a:theme>
</file>